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5ADA9-CBF9-4883-89EF-26D8DC5B88D8}" v="393" dt="2026-01-15T19:56:11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7" d="100"/>
          <a:sy n="87" d="100"/>
        </p:scale>
        <p:origin x="4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91079" y="1719098"/>
            <a:ext cx="5186842" cy="2873831"/>
          </a:xfrm>
        </p:spPr>
        <p:txBody>
          <a:bodyPr anchor="b">
            <a:normAutofit fontScale="90000"/>
          </a:bodyPr>
          <a:lstStyle/>
          <a:p>
            <a:r>
              <a:rPr lang="ru-RU" sz="5200" dirty="0">
                <a:solidFill>
                  <a:schemeClr val="tx2"/>
                </a:solidFill>
              </a:rPr>
              <a:t>Создание приложения для отображения прогноза погоды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E835D-C34B-E157-EB4D-790D7E49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223" y="3737"/>
            <a:ext cx="7402912" cy="54787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tx2"/>
                </a:solidFill>
              </a:rPr>
              <a:t>Архитектура проекта: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61E3647-2EED-233B-E05F-F0EA8653EFEB}"/>
              </a:ext>
            </a:extLst>
          </p:cNvPr>
          <p:cNvSpPr txBox="1"/>
          <p:nvPr/>
        </p:nvSpPr>
        <p:spPr>
          <a:xfrm>
            <a:off x="723404" y="523722"/>
            <a:ext cx="111578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742950">
              <a:buAutoNum type="arabicPeriod"/>
            </a:pPr>
            <a:r>
              <a:rPr lang="ru-RU" sz="3600" dirty="0"/>
              <a:t>Элемент программного комплекса, отвечающего за получение и обработку информации о погоде.</a:t>
            </a:r>
            <a:endParaRPr lang="ru-RU"/>
          </a:p>
        </p:txBody>
      </p:sp>
      <p:pic>
        <p:nvPicPr>
          <p:cNvPr id="3" name="Рисунок 2" descr="Изображение выглядит как диаграмма, текст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9C58D2-7F43-B3D4-AF38-805AF8F1F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15" y="1721420"/>
            <a:ext cx="9301970" cy="511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00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10CF2-8DE6-E283-8D38-FB9790A66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54" y="70707"/>
            <a:ext cx="11012491" cy="1196167"/>
          </a:xfrm>
        </p:spPr>
        <p:txBody>
          <a:bodyPr anchor="b">
            <a:normAutofit/>
          </a:bodyPr>
          <a:lstStyle/>
          <a:p>
            <a:pPr algn="ctr"/>
            <a:r>
              <a:rPr lang="ru-RU" sz="3600" dirty="0">
                <a:solidFill>
                  <a:srgbClr val="000000"/>
                </a:solidFill>
                <a:latin typeface="Aptos"/>
              </a:rPr>
              <a:t>2. Элемент программного комплекса, построенного на основе  </a:t>
            </a:r>
            <a:r>
              <a:rPr lang="ru-RU" sz="3600" dirty="0" err="1">
                <a:solidFill>
                  <a:srgbClr val="000000"/>
                </a:solidFill>
                <a:latin typeface="Aptos"/>
              </a:rPr>
              <a:t>FastAPI</a:t>
            </a:r>
            <a:r>
              <a:rPr lang="ru-RU" sz="3600" dirty="0">
                <a:solidFill>
                  <a:srgbClr val="000000"/>
                </a:solidFill>
                <a:latin typeface="Aptos"/>
              </a:rPr>
              <a:t>.</a:t>
            </a:r>
            <a:endParaRPr lang="ru-R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Рисунок 2" descr="Изображение выглядит как диаграмма, текст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592ED06-808C-A52D-7A00-37E316BB8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93" y="1279405"/>
            <a:ext cx="10809076" cy="557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1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73EE6-FA87-B782-F751-21731380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06787"/>
            <a:ext cx="9833548" cy="872482"/>
          </a:xfrm>
        </p:spPr>
        <p:txBody>
          <a:bodyPr anchor="b">
            <a:normAutofit/>
          </a:bodyPr>
          <a:lstStyle/>
          <a:p>
            <a:pPr algn="ctr"/>
            <a:r>
              <a:rPr lang="ru-RU" sz="3600" dirty="0">
                <a:solidFill>
                  <a:schemeClr val="tx2"/>
                </a:solidFill>
              </a:rPr>
              <a:t>3. совместная работа этих двух элементов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Рисунок 2" descr="Изображение выглядит как диаграмма, План, зарисовк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4F999A9-3E21-BEBE-79E1-46F7AB11F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8" y="2050392"/>
            <a:ext cx="11963760" cy="275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4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A1E51-F9D4-AE70-717D-A7B65DC7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99461"/>
            <a:ext cx="9833548" cy="707337"/>
          </a:xfrm>
        </p:spPr>
        <p:txBody>
          <a:bodyPr anchor="b">
            <a:normAutofit/>
          </a:bodyPr>
          <a:lstStyle/>
          <a:p>
            <a:pPr algn="ctr"/>
            <a:r>
              <a:rPr lang="ru-RU" sz="3600" dirty="0">
                <a:solidFill>
                  <a:schemeClr val="tx2"/>
                </a:solidFill>
                <a:ea typeface="+mj-lt"/>
                <a:cs typeface="+mj-lt"/>
              </a:rPr>
              <a:t>4.Схема работы приложения с веб-интерфейсом:</a:t>
            </a:r>
            <a:endParaRPr lang="ru-RU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Рисунок 4" descr="Изображение выглядит как диаграмма, текст, План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B8DBEA-126F-A25D-9D8D-F5B17C8B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29" y="1493898"/>
            <a:ext cx="11560294" cy="31800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8D42EA-41B6-81C2-C734-4E4AD8B4C68E}"/>
              </a:ext>
            </a:extLst>
          </p:cNvPr>
          <p:cNvSpPr txBox="1"/>
          <p:nvPr/>
        </p:nvSpPr>
        <p:spPr>
          <a:xfrm>
            <a:off x="1667822" y="4913260"/>
            <a:ext cx="929377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ea typeface="+mn-lt"/>
                <a:cs typeface="+mn-lt"/>
              </a:rPr>
              <a:t>JavaScript обрабатывает нажатия пользователя на кнопки районов.</a:t>
            </a:r>
            <a:br>
              <a:rPr lang="ru-RU" dirty="0">
                <a:ea typeface="+mn-lt"/>
                <a:cs typeface="+mn-lt"/>
              </a:rPr>
            </a:br>
            <a:r>
              <a:rPr lang="ru-RU" dirty="0">
                <a:ea typeface="+mn-lt"/>
                <a:cs typeface="+mn-lt"/>
              </a:rPr>
              <a:t> Он отправляет запрос на сервер для получения данных о погоде и ждёт ответ.</a:t>
            </a:r>
            <a:br>
              <a:rPr lang="ru-RU" dirty="0">
                <a:ea typeface="+mn-lt"/>
                <a:cs typeface="+mn-lt"/>
              </a:rPr>
            </a:br>
            <a:r>
              <a:rPr lang="ru-RU" dirty="0">
                <a:ea typeface="+mn-lt"/>
                <a:cs typeface="+mn-lt"/>
              </a:rPr>
              <a:t> После получения ответа JavaScript обновляет информацию на странице без её перезагрузки.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7100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Создание приложения для отображения прогноза погоды</vt:lpstr>
      <vt:lpstr>Архитектура проекта:</vt:lpstr>
      <vt:lpstr>2. Элемент программного комплекса, построенного на основе  FastAPI.</vt:lpstr>
      <vt:lpstr>3. совместная работа этих двух элементов</vt:lpstr>
      <vt:lpstr>4.Схема работы приложения с веб-интерфейсом: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приложения для отображения прогноза погоды</dc:title>
  <dc:creator>User</dc:creator>
  <cp:lastModifiedBy>User</cp:lastModifiedBy>
  <cp:revision>128</cp:revision>
  <dcterms:created xsi:type="dcterms:W3CDTF">2026-01-15T07:11:20Z</dcterms:created>
  <dcterms:modified xsi:type="dcterms:W3CDTF">2026-01-15T20:43:33Z</dcterms:modified>
</cp:coreProperties>
</file>