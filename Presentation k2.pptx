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35ADA9-CBF9-4883-89EF-26D8DC5B88D8}" v="393" dt="2026-01-15T19:56:11.1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2" autoAdjust="0"/>
    <p:restoredTop sz="94660"/>
  </p:normalViewPr>
  <p:slideViewPr>
    <p:cSldViewPr snapToGrid="0">
      <p:cViewPr varScale="1">
        <p:scale>
          <a:sx n="87" d="100"/>
          <a:sy n="87" d="100"/>
        </p:scale>
        <p:origin x="437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079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3711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6369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15.01.2026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576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15.01.2026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0027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15.01.2026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5335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15.01.2026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8754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15.01.2026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5695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15.01.2026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4169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5727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22617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FB779-270B-4192-84BA-A697F48306DC}" type="datetimeFigureOut">
              <a:rPr lang="ru-RU" smtClean="0"/>
              <a:t>15.01.2026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4979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292AEA-2528-46C0-B426-95822B6141F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B7B198-E4DF-43CD-AD8C-19988432374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BE67753-EA0E-4819-8D22-0B6600CF723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96934" y="3984"/>
            <a:ext cx="9376632" cy="6858000"/>
          </a:xfrm>
          <a:custGeom>
            <a:avLst/>
            <a:gdLst>
              <a:gd name="connsiteX0" fmla="*/ 1691615 w 9376632"/>
              <a:gd name="connsiteY0" fmla="*/ 0 h 6858000"/>
              <a:gd name="connsiteX1" fmla="*/ 7685017 w 9376632"/>
              <a:gd name="connsiteY1" fmla="*/ 0 h 6858000"/>
              <a:gd name="connsiteX2" fmla="*/ 7840634 w 9376632"/>
              <a:gd name="connsiteY2" fmla="*/ 134799 h 6858000"/>
              <a:gd name="connsiteX3" fmla="*/ 9376632 w 9376632"/>
              <a:gd name="connsiteY3" fmla="*/ 3605175 h 6858000"/>
              <a:gd name="connsiteX4" fmla="*/ 8158692 w 9376632"/>
              <a:gd name="connsiteY4" fmla="*/ 6757493 h 6858000"/>
              <a:gd name="connsiteX5" fmla="*/ 8062868 w 9376632"/>
              <a:gd name="connsiteY5" fmla="*/ 6858000 h 6858000"/>
              <a:gd name="connsiteX6" fmla="*/ 1313765 w 9376632"/>
              <a:gd name="connsiteY6" fmla="*/ 6858000 h 6858000"/>
              <a:gd name="connsiteX7" fmla="*/ 1217940 w 9376632"/>
              <a:gd name="connsiteY7" fmla="*/ 6757493 h 6858000"/>
              <a:gd name="connsiteX8" fmla="*/ 0 w 9376632"/>
              <a:gd name="connsiteY8" fmla="*/ 3605175 h 6858000"/>
              <a:gd name="connsiteX9" fmla="*/ 1535999 w 9376632"/>
              <a:gd name="connsiteY9" fmla="*/ 1347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76632" h="6858000">
                <a:moveTo>
                  <a:pt x="1691615" y="0"/>
                </a:moveTo>
                <a:lnTo>
                  <a:pt x="7685017" y="0"/>
                </a:lnTo>
                <a:lnTo>
                  <a:pt x="7840634" y="134799"/>
                </a:lnTo>
                <a:cubicBezTo>
                  <a:pt x="8784230" y="992423"/>
                  <a:pt x="9376632" y="2229618"/>
                  <a:pt x="9376632" y="3605175"/>
                </a:cubicBezTo>
                <a:cubicBezTo>
                  <a:pt x="9376632" y="4818903"/>
                  <a:pt x="8915419" y="5924908"/>
                  <a:pt x="8158692" y="6757493"/>
                </a:cubicBezTo>
                <a:lnTo>
                  <a:pt x="8062868" y="6858000"/>
                </a:lnTo>
                <a:lnTo>
                  <a:pt x="1313765" y="6858000"/>
                </a:lnTo>
                <a:lnTo>
                  <a:pt x="1217940" y="6757493"/>
                </a:lnTo>
                <a:cubicBezTo>
                  <a:pt x="461213" y="5924908"/>
                  <a:pt x="0" y="4818903"/>
                  <a:pt x="0" y="3605175"/>
                </a:cubicBezTo>
                <a:cubicBezTo>
                  <a:pt x="0" y="2229618"/>
                  <a:pt x="592403" y="992423"/>
                  <a:pt x="1535999" y="134799"/>
                </a:cubicBezTo>
                <a:close/>
              </a:path>
            </a:pathLst>
          </a:cu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76D63AC-0421-45EC-B383-E79A61A78C6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  <a:solidFill>
            <a:schemeClr val="bg1">
              <a:alpha val="3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997A32E-7032-4107-9C8B-99DB59EDD52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43BB27F-1470-42CA-91FF-D94BC691C8F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997B002-17FD-47B3-A06A-76802FE15CE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401EA35-9D2E-43B7-860F-EBB8A6C3E08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8C44827-3D81-4FF9-B4A5-5650D1B20A2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F613D97F-F6DF-4D32-AD91-209A80E7A23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2B0ED5C-927D-4C5F-8F27-1B403820B97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3591079" y="1719098"/>
            <a:ext cx="5186842" cy="2873831"/>
          </a:xfrm>
        </p:spPr>
        <p:txBody>
          <a:bodyPr anchor="b">
            <a:normAutofit fontScale="90000"/>
          </a:bodyPr>
          <a:lstStyle/>
          <a:p>
            <a:r>
              <a:rPr lang="ru-RU" sz="5200" dirty="0">
                <a:solidFill>
                  <a:schemeClr val="tx2"/>
                </a:solidFill>
              </a:rPr>
              <a:t>Создание приложения для отображения прогноза погоды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7F87F1B-42BA-4AC7-A4E2-41544DDB2CE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4155"/>
            <a:ext cx="2514948" cy="2174333"/>
            <a:chOff x="-305" y="-4155"/>
            <a:chExt cx="2514948" cy="2174333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68B53067-4E48-4E71-A6A9-A8CAABAFBF6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06D1A0D3-4BB8-41D9-9CE7-2884C83F448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1E20F06-3B09-4B89-A36B-AB8BFBCCA5D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AE6C3D7-7D5B-4926-877D-45F117BB6BF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67346A5-7569-4F15-AB5D-BE3DADF192C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685727" y="4683666"/>
            <a:ext cx="2514948" cy="2174333"/>
            <a:chOff x="-305" y="-4155"/>
            <a:chExt cx="2514948" cy="2174333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E1951533-A568-4765-AB1F-F71D9AFDEA9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A7214F52-4F3F-4C96-A62E-F1401D6C04FA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23146A1-291C-4FA0-AB5B-EB04D423981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2977932-2B03-4899-8306-5002CEE68E2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351651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6E835D-C34B-E157-EB4D-790D7E498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02223" y="3737"/>
            <a:ext cx="7402912" cy="547879"/>
          </a:xfrm>
        </p:spPr>
        <p:txBody>
          <a:bodyPr anchor="b">
            <a:normAutofit fontScale="90000"/>
          </a:bodyPr>
          <a:lstStyle/>
          <a:p>
            <a:pPr algn="ctr"/>
            <a:r>
              <a:rPr lang="ru-RU" sz="4000" dirty="0">
                <a:solidFill>
                  <a:schemeClr val="tx2"/>
                </a:solidFill>
              </a:rPr>
              <a:t>Архитектура проекта: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61E3647-2EED-233B-E05F-F0EA8653EFEB}"/>
              </a:ext>
            </a:extLst>
          </p:cNvPr>
          <p:cNvSpPr txBox="1"/>
          <p:nvPr/>
        </p:nvSpPr>
        <p:spPr>
          <a:xfrm>
            <a:off x="723404" y="523722"/>
            <a:ext cx="11157855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742950" indent="-742950">
              <a:buAutoNum type="arabicPeriod"/>
            </a:pPr>
            <a:r>
              <a:rPr lang="ru-RU" sz="3600" dirty="0"/>
              <a:t>Элемент программного комплекса, отвечающего за получение и обработку информации о погоде.</a:t>
            </a:r>
            <a:endParaRPr lang="ru-RU"/>
          </a:p>
        </p:txBody>
      </p:sp>
      <p:pic>
        <p:nvPicPr>
          <p:cNvPr id="3" name="Рисунок 2" descr="Изображение выглядит как диаграмма, текст, План, Технический чертеж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E9C58D2-7F43-B3D4-AF38-805AF8F1F4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015" y="1721420"/>
            <a:ext cx="9301970" cy="5111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000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010CF2-8DE6-E283-8D38-FB9790A66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754" y="70707"/>
            <a:ext cx="11012491" cy="1196167"/>
          </a:xfrm>
        </p:spPr>
        <p:txBody>
          <a:bodyPr anchor="b">
            <a:normAutofit/>
          </a:bodyPr>
          <a:lstStyle/>
          <a:p>
            <a:pPr algn="ctr"/>
            <a:r>
              <a:rPr lang="ru-RU" sz="3600" dirty="0">
                <a:solidFill>
                  <a:srgbClr val="000000"/>
                </a:solidFill>
                <a:latin typeface="Aptos"/>
              </a:rPr>
              <a:t>2. Элемент программного комплекса, построенного на основе  </a:t>
            </a:r>
            <a:r>
              <a:rPr lang="ru-RU" sz="3600" dirty="0" err="1">
                <a:solidFill>
                  <a:srgbClr val="000000"/>
                </a:solidFill>
                <a:latin typeface="Aptos"/>
              </a:rPr>
              <a:t>FastAPI</a:t>
            </a:r>
            <a:r>
              <a:rPr lang="ru-RU" sz="3600" dirty="0">
                <a:solidFill>
                  <a:srgbClr val="000000"/>
                </a:solidFill>
                <a:latin typeface="Aptos"/>
              </a:rPr>
              <a:t>.</a:t>
            </a:r>
            <a:endParaRPr lang="ru-RU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Рисунок 2" descr="Изображение выглядит как диаграмма, текст, План, Технический чертеж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592ED06-808C-A52D-7A00-37E316BB8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293" y="1279405"/>
            <a:ext cx="10809076" cy="557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3155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C773EE6-FA87-B782-F751-21731380C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06787"/>
            <a:ext cx="9833548" cy="872482"/>
          </a:xfrm>
        </p:spPr>
        <p:txBody>
          <a:bodyPr anchor="b">
            <a:normAutofit/>
          </a:bodyPr>
          <a:lstStyle/>
          <a:p>
            <a:pPr algn="ctr"/>
            <a:r>
              <a:rPr lang="ru-RU" sz="3600" dirty="0">
                <a:solidFill>
                  <a:schemeClr val="tx2"/>
                </a:solidFill>
              </a:rPr>
              <a:t>3. совместная работа этих двух элементов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Рисунок 2" descr="Изображение выглядит как диаграмма, План, зарисовка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4F999A9-3E21-BEBE-79E1-46F7AB11F5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98" y="2050392"/>
            <a:ext cx="11963760" cy="275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146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42A1E51-F9D4-AE70-717D-A7B65DC7A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99461"/>
            <a:ext cx="9833548" cy="707337"/>
          </a:xfrm>
        </p:spPr>
        <p:txBody>
          <a:bodyPr anchor="b">
            <a:normAutofit/>
          </a:bodyPr>
          <a:lstStyle/>
          <a:p>
            <a:pPr algn="ctr"/>
            <a:r>
              <a:rPr lang="ru-RU" sz="3600" dirty="0">
                <a:solidFill>
                  <a:schemeClr val="tx2"/>
                </a:solidFill>
                <a:ea typeface="+mj-lt"/>
                <a:cs typeface="+mj-lt"/>
              </a:rPr>
              <a:t>4.Схема работы приложения с веб-интерфейсом:</a:t>
            </a:r>
            <a:endParaRPr lang="ru-RU" dirty="0">
              <a:solidFill>
                <a:schemeClr val="tx2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Рисунок 4" descr="Изображение выглядит как диаграмма, текст, План, Прямоуголь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5B8DBEA-126F-A25D-9D8D-F5B17C8B4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929" y="1493898"/>
            <a:ext cx="11560294" cy="318009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8D42EA-41B6-81C2-C734-4E4AD8B4C68E}"/>
              </a:ext>
            </a:extLst>
          </p:cNvPr>
          <p:cNvSpPr txBox="1"/>
          <p:nvPr/>
        </p:nvSpPr>
        <p:spPr>
          <a:xfrm>
            <a:off x="1667822" y="4913260"/>
            <a:ext cx="9293771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ea typeface="+mn-lt"/>
                <a:cs typeface="+mn-lt"/>
              </a:rPr>
              <a:t>JavaScript обрабатывает нажатия пользователя на кнопки районов.</a:t>
            </a:r>
            <a:br>
              <a:rPr lang="ru-RU" dirty="0">
                <a:ea typeface="+mn-lt"/>
                <a:cs typeface="+mn-lt"/>
              </a:rPr>
            </a:br>
            <a:r>
              <a:rPr lang="ru-RU" dirty="0">
                <a:ea typeface="+mn-lt"/>
                <a:cs typeface="+mn-lt"/>
              </a:rPr>
              <a:t> Он отправляет запрос на сервер для получения данных о погоде и ждёт ответ.</a:t>
            </a:r>
            <a:br>
              <a:rPr lang="ru-RU" dirty="0">
                <a:ea typeface="+mn-lt"/>
                <a:cs typeface="+mn-lt"/>
              </a:rPr>
            </a:br>
            <a:r>
              <a:rPr lang="ru-RU" dirty="0">
                <a:ea typeface="+mn-lt"/>
                <a:cs typeface="+mn-lt"/>
              </a:rPr>
              <a:t> После получения ответа JavaScript обновляет информацию на странице без её перезагрузки.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771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308" y="0"/>
            <a:ext cx="81949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972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466" y="247206"/>
            <a:ext cx="10155067" cy="6363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134238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84</Words>
  <Application>Microsoft Office PowerPoint</Application>
  <PresentationFormat>Широкоэкранный</PresentationFormat>
  <Paragraphs>7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Тема Office</vt:lpstr>
      <vt:lpstr>Создание приложения для отображения прогноза погоды</vt:lpstr>
      <vt:lpstr>Архитектура проекта:</vt:lpstr>
      <vt:lpstr>2. Элемент программного комплекса, построенного на основе  FastAPI.</vt:lpstr>
      <vt:lpstr>3. совместная работа этих двух элементов</vt:lpstr>
      <vt:lpstr>4.Схема работы приложения с веб-интерфейсом: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Создание приложения для отображения прогноза погоды</dc:title>
  <dc:creator>User</dc:creator>
  <cp:lastModifiedBy>User</cp:lastModifiedBy>
  <cp:revision>129</cp:revision>
  <dcterms:created xsi:type="dcterms:W3CDTF">2026-01-15T07:11:20Z</dcterms:created>
  <dcterms:modified xsi:type="dcterms:W3CDTF">2026-01-15T21:40:45Z</dcterms:modified>
</cp:coreProperties>
</file>